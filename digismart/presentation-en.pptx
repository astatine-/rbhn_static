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63636"/>
                </a:solidFill>
              </a:rPr>
              <a:t>Digital Financial Security in India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66666"/>
                </a:solidFill>
              </a:rPr>
              <a:t>Protecting yourself from scams and threats in India's digital economy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Rotary Bengaluru Heritage North, 2025-26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</a:rPr>
              <a:t>Secure Your Money Online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686800" y="4886325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</a:rPr>
              <a:t>Why Digital Finance &gt; Physical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44444"/>
                </a:solidFill>
              </a:rPr>
              <a:t>India's Digital Revolution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Statistics (2023):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$1.1T in Digital Payments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450M+ Digital Wallet Users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350K+ Cyber Complaints Registered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₹50K-5L Average Loss per Victim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44444"/>
                </a:solidFill>
              </a:rPr>
              <a:t>Why Digital is Better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555555"/>
                </a:solidFill>
              </a:rPr>
              <a:t>Convenience: No hassles of change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Convenience: Bank anytime, anywhere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Convenience: Instant transactions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Transparency: Every transaction tracked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Safety: Avoids casual misplacement/forgetfulness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Safety: Avoids loss due to damage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Safety (when done right): Less physical theft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-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⚠️ Goal: Enjoy digital benefits while staying protected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0" y="4886325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</a:rPr>
              <a:t>Password Security - Basics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44444"/>
                </a:solidFill>
              </a:rPr>
              <a:t>Password Categories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Three levels of password security: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HIGHEST-RISK: Banking, Finance, Email, Key digital services → 16+ characters, unique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HIGH-RISK: social media, quasi-social (mygate, adda) → 12+ characters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MEDIUM-RISK: Utility services (zomato, amazon, makemytrip, etc) → 12+ characters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LOW-RISK: Streaming, news → Simpler is okay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44444"/>
                </a:solidFill>
              </a:rPr>
              <a:t>Common Patterns to Avoid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❌ NEVER Use: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password123, name+year, birthday, phone number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Same password everywhere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Sequential patterns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44444"/>
                </a:solidFill>
              </a:rPr>
              <a:t>Use Password Manager - Bitwarden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✅ Bitwarden Benefits: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FREE, open-source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Generates unique passwords for each account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You remember ONE master password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Available at bitwarden.com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0" y="4886325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</a:rPr>
              <a:t>2FA &amp; Passkeys - Essential Protection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44444"/>
                </a:solidFill>
              </a:rPr>
              <a:t>Two-Factor Authentication (2FA) - CRITICAL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✅ Why 2FA is Essential: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Enable on ALL financial accounts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Even if password stolen, 2FA protects you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Prevents 99% of account takeovers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Types: SMS OTP (good) | Authenticator app (better) | Hardware key (best)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44444"/>
                </a:solidFill>
              </a:rPr>
              <a:t>Passkeys (The Future - NEW!)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🔑 What are Passkeys?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Uses fingerprint/face instead of password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Cannot be phished or stolen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Supported by Google, Apple, some banks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Check: Settings → Passkey/Passwordless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🎯 ACTION: Enable 2FA on your bank account TODAY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0" y="4886325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</a:rPr>
              <a:t>Financial Traps -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44444"/>
                </a:solidFill>
              </a:rPr>
              <a:t>Main Categories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1️⃣ PHISHING &amp; FAKE COMMUNICATIONS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Fake emails, SMS, WhatsApp | Links to fake websites | Impersonation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2️⃣ SOCIAL ENGINEERING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Psychological manipulation | Creating urgency and fear | Fake authority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3️⃣ TECHNICAL ATTACKS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Screen sharing | Malicious APKs | Fake websites/apps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4️⃣ PAYMENT MANIPULATION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OTP extraction | UPI reversals | Courier scams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Next slides: Real examples of each type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0" y="4886325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</a:rPr>
              <a:t>Phishing - Email Scams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44444"/>
                </a:solidFill>
              </a:rPr>
              <a:t>Example: Fake Bank Email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From: noreply@hdfc-bank.co.in (fake!)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Subject: "Account will be closed"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Body: "Click here to verify within 24 hours..."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🚩 Red Flags: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Fake domain (real: hdfcbank.bank.in)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Generic greeting ("Dear Customer")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Urgent language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Asks you to click link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44444"/>
                </a:solidFill>
              </a:rPr>
              <a:t>Protection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✅ How to Stay Safe: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NEVER click links in emails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Open banking app directly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Real banks use .bank.in domains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Call bank using number on YOUR card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0" y="4886325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</a:rPr>
              <a:t>Phishing - SMS Scams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44444"/>
                </a:solidFill>
              </a:rPr>
              <a:t>Common SMS Scams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Fake UPI: "Payment of ₹25,000 failed. Click to retry"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🚩 Shortened URL, creates panic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Account Lock: "Account locked. Verify now: [link]"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🚩 Sent from mobile number (banks use 6-char IDs)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Prize/Lottery: "Won ₹50,000. Claim here"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🚩 You didn't enter any lottery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44444"/>
                </a:solidFill>
              </a:rPr>
              <a:t>How to Verify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✅ Real vs Fake: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Real banks SMS from 6-character IDs ("HDFC", "ICICI")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NOT from 10-digit mobile numbers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Never click links in SMS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Check app directly if concerned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0" y="4886325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</a:rPr>
              <a:t>WhatsApp Scams - Part 1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44444"/>
                </a:solidFill>
              </a:rPr>
              <a:t>Hacked Contact Scam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How it works: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Friend's WhatsApp hacked → "Emergency, send ₹10,000 urgently"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Protection: ALWAYS call person directly (phone call, not WhatsApp)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44444"/>
                </a:solidFill>
              </a:rPr>
              <a:t>Investment Groups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The Setup: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"Stock Tips - 100% Returns" group → 50-100 fake members → Fake success stories → Invest ₹1L → App disappears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Protection: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Exit unsolicited groups immediately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Check SEBI.gov.in before investing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All group members are fake accounts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✅ Family Codeword: Establish secret word for money requests. If they don't say it = scam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0" y="4886325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</a:rPr>
              <a:t>WhatsApp Scams - Part 2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44444"/>
                </a:solidFill>
              </a:rPr>
              <a:t>APK Files - EXTREMELY DANGEROUS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How it works: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"Download app for cashback" → Install APK file → Spyware reads passwords, captures OTPs, steals contacts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Protection: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NEVER install APK files from WhatsApp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Only use Play Store/App Store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Android: Settings → Security → Unknown Sources → DISABLE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44444"/>
                </a:solidFill>
              </a:rPr>
              <a:t>Call Forwarding Trap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The Scam: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Scammer: "Dial 401[number]#" → Forwards ALL your calls/OTPs to scammer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Protection: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NEVER dial codes someone tells you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Check if forwarding is active: *#21#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Disable any forwarding: ##21#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0" y="4886325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</a:rPr>
              <a:t>Screen Sharing Scams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44444"/>
                </a:solidFill>
              </a:rPr>
              <a:t>How It Works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The Process: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1. "Install AnyDesk to process refund"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2. You install (legitimate app)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3. You give access code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4. They SEE and CONTROL your phone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5. Watch you enter passwords, transfer money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Real Example (Delhi 2024): ₹2,50,000 lost in minutes while watching helplessly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44444"/>
                </a:solidFill>
              </a:rPr>
              <a:t>The Truth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🛑 REALITY CHECK: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Banks NEVER ask for screen sharing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E-commerce NEVER needs remote access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Delivery companies DON'T use these apps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Anyone asks for AnyDesk/TeamViewer = HANG UP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0" y="4886325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</a:rPr>
              <a:t>Fake Websites - Perfect Forgeries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44444"/>
                </a:solidFill>
              </a:rPr>
              <a:t>Real vs Fake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Examples: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✓ hdfcbank.bank.in = REAL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❌ hdfc-bank.com = FAKE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❌ hdfcbank-secure.net = FAKE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❌ hdfcbank.co.in = FAKE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44444"/>
                </a:solidFill>
              </a:rPr>
              <a:t>How to Spot Fake Sites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✅ Red Flags to Check: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Check URL BEFORE entering password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🚩 Extra hyphens (hdfc-bank)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🚩 Wrong extension (.com instead of .bank.in)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🚩 Misspellings (hdfc-bnk.com)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Protection: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Type URL yourself (don't click links)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Use banking apps (safer than websites)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Real bank domains end in .bank.in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Government sites: .gov.in only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0" y="4886325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</a:rPr>
              <a:t>OTP Trap - #1 Scam in India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44444"/>
                </a:solidFill>
              </a:rPr>
              <a:t>How It Works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The Process: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1. "HDFC security. Suspicious activity detected"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2. "Someone tried to withdraw ₹50,000"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3. "Sending OTP. Read it to verify it's you"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4. OTP arrives (REAL, from your bank)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5. You share: "1-2-3-4-5-6"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6. Scammer uses it → Money GONE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44444"/>
                </a:solidFill>
              </a:rPr>
              <a:t>The Absolute Truth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🛑 CRITICAL: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Banks will NEVER ask for OTP. Not on phone, not via email, NEVER EVER.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Safe to Share OTPs: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✓ Food delivery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✓ Package delivery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❌ NEVER financial OTPs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0" y="4886325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</a:rPr>
              <a:t>Courier / Digital Arrest Scam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44444"/>
                </a:solidFill>
              </a:rPr>
              <a:t>How It Works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The Setup: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Stage 1: Digital arrest call → Transfer ₹2,00,000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Stage 2: "Courier will collect documents"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Next day: Real courier arrives → Collects Aadhaar, PAN, passport + ₹75,000 cash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Result: ₹2,75,000 lost + identity theft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44444"/>
                </a:solidFill>
              </a:rPr>
              <a:t>Protection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✅ Reality Check: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Government doesn't arrest via courier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Never give original documents to couriers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If threatened with arrest → Visit police station yourself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No legitimate government agency works this way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0" y="4886325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</a:rPr>
              <a:t>UPI Mistaken Transfer Scam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44444"/>
                </a:solidFill>
              </a:rPr>
              <a:t>How It Works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The Process: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1. Notification: "Received ₹5,000"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2. WhatsApp: "Sorry, wrong number. Return urgently"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3. You feel obligated, send ₹5,000 back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4. Hours later: Original ₹5,000 FAILS (was from stolen account)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5. Your return was REAL → You lost ₹5,000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44444"/>
                </a:solidFill>
              </a:rPr>
              <a:t>Protection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✅ How to Stay Safe: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NEVER return unexpected money immediately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Wait 24-48 hours for settlement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Check actual bank balance (not just notification)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Let bank handle reversal through official process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🎯 QR Code Safety: Generate YOUR OWN QR to receive | Never scan buyer's QR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0" y="4886325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</a:rPr>
              <a:t>Investment Scams - Exploiting Greed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44444"/>
                </a:solidFill>
              </a:rPr>
              <a:t>The Setup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The Trap: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"Turn ₹10,000 into ₹1 lakh in 90 days - Guaranteed!"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The Process: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WhatsApp group → Fake members → Small profit (₹2K on ₹10K) → Trust built → Invest ₹1L → App disappears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🚩 Red Flags: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Guaranteed returns 30%+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Not SEBI-registered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WhatsApp/Telegram groups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Celebrity deepfake endorsements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44444"/>
                </a:solidFill>
              </a:rPr>
              <a:t>Real Cases &amp; Protection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Real Losses: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Bengaluru woman: ₹32 CRORE loss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Mumbai couple: ₹50.5 lakh loss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✅ Protection: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Check SEBI.gov.in BEFORE investing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No legitimate investment guarantees returns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First profit is BAIT paid by scammer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0" y="4886325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</a:rPr>
              <a:t>Digital Arrest - Exploiting Fear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44444"/>
                </a:solidFill>
              </a:rPr>
              <a:t>The Setup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Initial Contact: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"CBI. You're involved in money laundering. Arrest warrant issued."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The Stages: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1. Call creating fear: "Arrest in 24 hours"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2. Video call: Fake police uniform, fake documents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3. App download: "Digital Arrest Portal" = spyware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4. Money extraction: "Transfer to govt account" ₹2-5 lakhs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44444"/>
                </a:solidFill>
              </a:rPr>
              <a:t>The Truth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🛑 REALITY: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❌ Police DON'T arrest via phone/video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❌ No "digital arrest" app exists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❌ Government DOESN'T ask for money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✓ Real police come with warrant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If you get such call: Hang up → Go to police station → File complaint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0" y="4886325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</a:rPr>
              <a:t>3 Rules = 90% Protection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44444"/>
                </a:solidFill>
              </a:rPr>
              <a:t>RULE 1: DON'T CLICK LINKS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❌ Bank emails, tax refunds, account updates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✓ Type URL yourself or use banking app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Why: 80% of scams start with clicked link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44444"/>
                </a:solidFill>
              </a:rPr>
              <a:t>RULE 2: DON'T ACT ON MESSAGES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❌ Friend asking for money, account locked alerts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✓ Call person/company directly, use official app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✓ Exception: Transaction alerts OK to read (don't click)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44444"/>
                </a:solidFill>
              </a:rPr>
              <a:t>RULE 3: DON'T INSTALL UNKNOWN APPS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❌ APK files from WhatsApp, apps from websites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✓ Only: Play Store (Android) or App Store (iPhone)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✓ Android: Disable "Unknown Sources" in Settings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0" y="4886325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</a:rPr>
              <a:t>Advanced Protection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44444"/>
                </a:solidFill>
              </a:rPr>
              <a:t>Separate Bank Accounts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Strategy: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Main (₹5L) - minimal activity | Secondary (₹20K) - UPI/shopping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Benefit: If compromised, only ₹20K at risk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44444"/>
                </a:solidFill>
              </a:rPr>
              <a:t>Set Transaction Limits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Settings: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UPI limit: ₹5-10K (not ₹1L) | Card: ₹10-20K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How: Banking app → Settings → Limits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44444"/>
                </a:solidFill>
              </a:rPr>
              <a:t>Family Secret Phrase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Setup: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Agree on codeword (e.g., "Rainbow42")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Rule: Any money request MUST include codeword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Defeats: Hacked WhatsApp, SMS spoofing, AI voice cloning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44444"/>
                </a:solidFill>
              </a:rPr>
              <a:t>Monthly Checks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Regular Tasks: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[ ] Review bank statements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[ ] Enable transaction alerts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[ ] Check credit report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0" y="4886325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</a:rPr>
              <a:t>AI Deepfakes - The New Threat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44444"/>
                </a:solidFill>
              </a:rPr>
              <a:t>What Are Deepfakes?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AI-generated fake video/audio that looks/sounds 100% real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Only 30 seconds of voice needed to clone perfectly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44444"/>
                </a:solidFill>
              </a:rPr>
              <a:t>Real Indian Cases (2024)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Mumbai Mother (₹80K):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Call from "son" - voice EXACTLY matched. "Arrested in Dubai, need bail." Son was safe at home.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Delhi Officer (₹74K):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VIDEO call showing "niece" - perfect match. Real niece at work, knew nothing.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Celebrity Deepfakes: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Fake Mukesh Ambani, Virat Kohli promoting scam apps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⚠️ The Reality: Video/voice can NO LONGER be trusted alone | 83% of Indians affected by AI voice scams (2023)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0" y="4886325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</a:rPr>
              <a:t>Deepfake Protection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44444"/>
                </a:solidFill>
              </a:rPr>
              <a:t>How to Spot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🚩 Video Signs: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Lip sync issues | Unnatural blinking | Hair edges blurry | Weird shadows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🚩 Audio Signs: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Unusual pauses | Robotic tone | Inconsistent quality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🚩 Behavioral Signs: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Out of character | Urgency | Can't verify | Avoiding questions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44444"/>
                </a:solidFill>
              </a:rPr>
              <a:t>Protection Steps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5-Step Defense: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1. STOP - Don't send money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2. CALL person using number YOU know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3. ASK personal questions only they'd know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4. USE family codeword (defeats ALL deepfakes!)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5. CHECK detection tools: deepware.ai (video), resemble.ai (audio)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🔑 Family codeword is now ESSENTIAL, not optional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0" y="4886325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</a:rPr>
              <a:t>If You Suspect Fraud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44444"/>
                </a:solidFill>
              </a:rPr>
              <a:t>Immediate Actions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First Steps: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1. [ ] Login to bank app (NOT via link) - check balance/transactions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2. [ ] Disable/reduce limits - Block card OR reduce to ₹100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3. [ ] Call bank - Number on YOUR card (not from email/Google)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44444"/>
                </a:solidFill>
              </a:rPr>
              <a:t>Timing = Recovery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Recovery Rates: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Within 1 hour: Card 80-90% | UPI 20-30%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After 24 hours: Card 70% | UPI 5-10%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After 1 week: &lt;5% (money gone)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44444"/>
                </a:solidFill>
              </a:rPr>
              <a:t>If Money Gone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Critical Steps: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[ ] Within 1 hr: Call bank, report fraud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[ ] Within 24 hrs: cybercrime.gov.in complaint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[ ] Within 48 hrs: Police FIR (needed for claims)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0" y="4886325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</a:rPr>
              <a:t>Government Initiatives (2024-25) - Part 1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44444"/>
                </a:solidFill>
              </a:rPr>
              <a:t>Trusted Bank Domains (.bank.in)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✓ hdfcbank.bank.in = REAL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❌ hdfc-bank.com = FAKE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Benefit: Scammers can't register .bank.in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44444"/>
                </a:solidFill>
              </a:rPr>
              <a:t>SMS Sender ID (TRAI)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✓ Real banks: 6-char ID ("HDFC", "ICICI")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❌ Scams: 10-digit mobile (9876543210)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Action: Ignore banking SMS from mobile numbers | Report to 1909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44444"/>
                </a:solidFill>
              </a:rPr>
              <a:t>National Cyber Crime Helpline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📞 155260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Call for immediate fraud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Real-time coordination with banks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24/7 | Free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ACTION: Save 155260 NOW as "Cyber Fraud Helpline"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0" y="4886325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</a:rPr>
              <a:t>Government Initiatives - Part 2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44444"/>
                </a:solidFill>
              </a:rPr>
              <a:t>Sanchar Saathi Portal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sancharsaathi.gov.in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Check SIM cards registered in YOUR name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Block fraudulent SIMs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Takes 5 minutes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Prevents identity-based fraud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ACTION: Visit sancharsaathi.gov.in TODAY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44444"/>
                </a:solidFill>
              </a:rPr>
              <a:t>Chakshu Portal (TRAI)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chakshu.trai.gov.in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Report scam calls/SMS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AI detects patterns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Network-wide blocking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Your report helps protect everyone in India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44444"/>
                </a:solidFill>
              </a:rPr>
              <a:t>Numbers to Save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Save These: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[ ] 155260 - Cyber Fraud Helpline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[ ] 1909 - TRAI SMS Complaints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[ ] 112 - Police Emergency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0" y="4886325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</a:rPr>
              <a:t>Where to Report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44444"/>
                </a:solidFill>
              </a:rPr>
              <a:t>Immediate Fraud (happening NOW)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📞 155260 - National Cyber Crime Helpline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Real-time coordination with banks | Call FIRST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44444"/>
                </a:solidFill>
              </a:rPr>
              <a:t>Online Complaint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🌐 cybercrime.gov.in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File detailed complaint | Get reference number | Required for bank investigation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44444"/>
                </a:solidFill>
              </a:rPr>
              <a:t>Police FIR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🚓 Visit police station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Bring bank statement + evidence | Get FIR number (needed for insurance/claims)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44444"/>
                </a:solidFill>
              </a:rPr>
              <a:t>Verification Resources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🔍 Important Links: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sebi.gov.in - Verify investments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cibil.com - Free annual credit report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sancharsaathi.gov.in - Check/block SIMs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deepware.ai - Detect video deepfakes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resemble.ai - Detect audio deepfakes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0" y="4886325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</a:rPr>
              <a:t>24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</a:rPr>
              <a:t>Your Action Plan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44444"/>
                </a:solidFill>
              </a:rPr>
              <a:t>IMMEDIATE (Next 24 hours)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Must Do: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[ ] Enable 2FA on ALL financial accounts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[ ] Change passwords (12+ chars, unique)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[ ] Save 155260 in contacts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[ ] Visit sancharsaathi.gov.in (5 min)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[ ] Establish family codeword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44444"/>
                </a:solidFill>
              </a:rPr>
              <a:t>THIS WEEK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Important Tasks: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[ ] Set UPI limit to ₹5-10K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[ ] Install Bitwarden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[ ] Check SEBI for investments</a:t>
            </a:r>
            <a:endParaRPr lang="en-US" sz="1600" dirty="0"/>
          </a:p>
          <a:p>
            <a:r>
              <a:rPr lang="en-US" sz="1600" dirty="0">
                <a:solidFill>
                  <a:srgbClr val="555555"/>
                </a:solidFill>
              </a:rPr>
              <a:t>[ ] Review bank statements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🎯 ONE THING RIGHT NOW: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Enable 2FA on your primary bank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(Prevents 99% of account takeovers)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DO IT NOW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0" y="4886325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</a:rPr>
              <a:t>25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</a:rPr>
              <a:t>The 12 Golden Rules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44444"/>
                </a:solidFill>
              </a:rPr>
              <a:t>Rules That Prevent 95% of Scams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1. Banks NEVER ask for OTP/password/PIN/CVV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2. Financial websites end in .bank.in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3. Bank SMS from 6-char IDs, NOT mobile numbers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4. Family codeword for all money requests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5. Enable 2FA everywhere (prevents 99% hacks)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6. Check SEBI.gov.in before ANY investment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7. Don't click links in emails/SMS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8. Don't install APK files from WhatsApp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9. Don't share screen with anyone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10. Wait 24h before returning "mistaken" UPI payments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11. Government doesn't arrest via phone/video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12. When in doubt, STOP and VERIFY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These 12 rules prevent 95% of scams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0" y="4886325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</a:rPr>
              <a:t>26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</a:rPr>
              <a:t>Questions &amp; Discussion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44444"/>
                </a:solidFill>
              </a:rPr>
              <a:t>What We Covered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✓ Why digital finance is better (with security)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✓ Password security (2FA, passkeys, Bitwarden)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✓ All scam types (phishing, WhatsApp, OTP, investment, digital arrest, deepfakes)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✓ Protection strategies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✓ Government initiatives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✓ Reporting &amp; resources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44444"/>
                </a:solidFill>
              </a:rPr>
              <a:t>Common Questions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Q: Safe to use banking apps?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A: YES. With 2FA + biometric, very safe.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Q: Can I recover money?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A: Depends. Card 80%+ (if fast). UPI 20-30% (within 1 hr).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Q: Friend sent WhatsApp link?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A: NO. Call them on actual phone first.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Q: Protect elderly parents?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A: Low limits, family codeword, call before decisions.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Q: Is biometric safe?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A: YES. Can't be phished remotely.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0" y="4886325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</a:rPr>
              <a:t>27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Financial Security</dc:title>
  <dc:subject>Digital Financial Security in India</dc:subject>
  <dc:creator>Rotary Bengaluru Heritage North</dc:creator>
  <cp:lastModifiedBy>Rotary Bengaluru Heritage North</cp:lastModifiedBy>
  <cp:revision>1</cp:revision>
  <dcterms:created xsi:type="dcterms:W3CDTF">2026-01-08T03:44:08Z</dcterms:created>
  <dcterms:modified xsi:type="dcterms:W3CDTF">2026-01-08T03:44:08Z</dcterms:modified>
</cp:coreProperties>
</file>